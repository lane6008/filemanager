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840740" y="84455"/>
            <a:ext cx="8845550" cy="6483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944245" y="592455"/>
            <a:ext cx="8674735" cy="1791970"/>
          </a:xfrm>
          <a:prstGeom prst="roundRect">
            <a:avLst>
              <a:gd name="adj" fmla="val 367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19175" y="985520"/>
            <a:ext cx="1093470" cy="1031240"/>
          </a:xfrm>
          <a:prstGeom prst="roundRect">
            <a:avLst>
              <a:gd name="adj" fmla="val 548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640" y="1711960"/>
            <a:ext cx="763905" cy="1657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76045" y="1119505"/>
            <a:ext cx="516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>
                    <a:lumMod val="65000"/>
                  </a:schemeClr>
                </a:solidFill>
              </a:rPr>
              <a:t>+</a:t>
            </a:r>
            <a:endParaRPr lang="en-US" altLang="zh-CN" sz="2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93925" y="1005205"/>
            <a:ext cx="7205345" cy="10179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36470" y="1279525"/>
            <a:ext cx="2090420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597650" y="1034415"/>
            <a:ext cx="6769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</a:t>
            </a:r>
            <a:r>
              <a:rPr lang="zh-CN" altLang="en-US" sz="800"/>
              <a:t>描述</a:t>
            </a:r>
            <a:endParaRPr lang="zh-CN" altLang="en-US" sz="800"/>
          </a:p>
        </p:txBody>
      </p:sp>
      <p:sp>
        <p:nvSpPr>
          <p:cNvPr id="16" name="文本框 15"/>
          <p:cNvSpPr txBox="1"/>
          <p:nvPr/>
        </p:nvSpPr>
        <p:spPr>
          <a:xfrm>
            <a:off x="2437130" y="1059815"/>
            <a:ext cx="5130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文件名</a:t>
            </a:r>
            <a:endParaRPr lang="zh-CN" altLang="en-US" sz="800"/>
          </a:p>
        </p:txBody>
      </p:sp>
      <p:sp>
        <p:nvSpPr>
          <p:cNvPr id="17" name="文本框 16"/>
          <p:cNvSpPr txBox="1"/>
          <p:nvPr/>
        </p:nvSpPr>
        <p:spPr>
          <a:xfrm>
            <a:off x="4326890" y="1059815"/>
            <a:ext cx="6769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</a:t>
            </a:r>
            <a:r>
              <a:rPr lang="zh-CN" altLang="en-US" sz="800"/>
              <a:t>类型</a:t>
            </a:r>
            <a:endParaRPr lang="zh-CN" altLang="en-US" sz="800"/>
          </a:p>
        </p:txBody>
      </p:sp>
      <p:sp>
        <p:nvSpPr>
          <p:cNvPr id="18" name="文本框 17"/>
          <p:cNvSpPr txBox="1"/>
          <p:nvPr/>
        </p:nvSpPr>
        <p:spPr>
          <a:xfrm>
            <a:off x="2322830" y="1273810"/>
            <a:ext cx="741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file1.</a:t>
            </a:r>
            <a:r>
              <a:rPr lang="en-US" altLang="zh-CN" sz="800"/>
              <a:t>docx</a:t>
            </a:r>
            <a:endParaRPr lang="en-US" altLang="zh-CN" sz="800"/>
          </a:p>
        </p:txBody>
      </p:sp>
      <p:sp>
        <p:nvSpPr>
          <p:cNvPr id="37" name="矩形 36"/>
          <p:cNvSpPr/>
          <p:nvPr/>
        </p:nvSpPr>
        <p:spPr>
          <a:xfrm>
            <a:off x="2239010" y="1499235"/>
            <a:ext cx="2090420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615" y="2062480"/>
            <a:ext cx="853440" cy="3225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592455"/>
            <a:ext cx="873760" cy="266065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840740" y="78740"/>
            <a:ext cx="8857615" cy="3962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44245" y="139700"/>
            <a:ext cx="1268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1"/>
                </a:solidFill>
              </a:rPr>
              <a:t>文件管理系统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82770" y="1276985"/>
            <a:ext cx="53784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971415" y="1493520"/>
            <a:ext cx="430085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432935" y="1279525"/>
            <a:ext cx="4324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Word</a:t>
            </a:r>
            <a:endParaRPr lang="en-US" altLang="zh-CN" sz="800"/>
          </a:p>
        </p:txBody>
      </p:sp>
      <p:sp>
        <p:nvSpPr>
          <p:cNvPr id="36" name="矩形 35"/>
          <p:cNvSpPr/>
          <p:nvPr/>
        </p:nvSpPr>
        <p:spPr>
          <a:xfrm>
            <a:off x="4970780" y="1279525"/>
            <a:ext cx="4301490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166995" y="1248410"/>
            <a:ext cx="3406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公司制度文件，生产管理撒旦法水电费阿斯蒂芬</a:t>
            </a:r>
            <a:r>
              <a:rPr lang="zh-CN" altLang="en-US" sz="800"/>
              <a:t>阿斯蒂芬</a:t>
            </a:r>
            <a:endParaRPr lang="zh-CN" altLang="en-US" sz="800"/>
          </a:p>
        </p:txBody>
      </p:sp>
      <p:sp>
        <p:nvSpPr>
          <p:cNvPr id="38" name="矩形 37"/>
          <p:cNvSpPr/>
          <p:nvPr/>
        </p:nvSpPr>
        <p:spPr>
          <a:xfrm>
            <a:off x="4391660" y="1490980"/>
            <a:ext cx="53784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327275" y="1468120"/>
            <a:ext cx="741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file2.</a:t>
            </a:r>
            <a:r>
              <a:rPr lang="en-US" altLang="zh-CN" sz="800"/>
              <a:t>xls</a:t>
            </a:r>
            <a:endParaRPr lang="en-US" altLang="zh-CN" sz="800"/>
          </a:p>
        </p:txBody>
      </p:sp>
      <p:sp>
        <p:nvSpPr>
          <p:cNvPr id="40" name="圆角矩形 39"/>
          <p:cNvSpPr/>
          <p:nvPr/>
        </p:nvSpPr>
        <p:spPr>
          <a:xfrm>
            <a:off x="944245" y="2424430"/>
            <a:ext cx="8674735" cy="4069715"/>
          </a:xfrm>
          <a:prstGeom prst="roundRect">
            <a:avLst>
              <a:gd name="adj" fmla="val 367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433955"/>
            <a:ext cx="815975" cy="2584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82770" y="1493520"/>
            <a:ext cx="558165" cy="11988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800"/>
              <a:t>Word</a:t>
            </a:r>
            <a:endParaRPr lang="en-US" altLang="zh-CN" sz="800"/>
          </a:p>
          <a:p>
            <a:r>
              <a:rPr lang="en-US" altLang="zh-CN" sz="800"/>
              <a:t>Excel</a:t>
            </a:r>
            <a:endParaRPr lang="en-US" altLang="zh-CN" sz="800"/>
          </a:p>
          <a:p>
            <a:r>
              <a:rPr lang="en-US" altLang="zh-CN" sz="800"/>
              <a:t>PPT</a:t>
            </a:r>
            <a:endParaRPr lang="en-US" altLang="zh-CN" sz="800"/>
          </a:p>
          <a:p>
            <a:r>
              <a:rPr lang="en-US" altLang="zh-CN" sz="800"/>
              <a:t>PDF</a:t>
            </a:r>
            <a:endParaRPr lang="en-US" altLang="zh-CN" sz="800"/>
          </a:p>
          <a:p>
            <a:r>
              <a:rPr lang="zh-CN" altLang="en-US" sz="800"/>
              <a:t>图片</a:t>
            </a:r>
            <a:endParaRPr lang="zh-CN" altLang="en-US" sz="800"/>
          </a:p>
          <a:p>
            <a:r>
              <a:rPr lang="zh-CN" altLang="en-US" sz="800"/>
              <a:t>视频</a:t>
            </a:r>
            <a:endParaRPr lang="en-US" altLang="zh-CN" sz="800"/>
          </a:p>
          <a:p>
            <a:r>
              <a:rPr lang="zh-CN" altLang="en-US" sz="800"/>
              <a:t>音频</a:t>
            </a:r>
            <a:endParaRPr lang="zh-CN" altLang="en-US" sz="800"/>
          </a:p>
          <a:p>
            <a:r>
              <a:rPr lang="en-US" altLang="zh-CN" sz="800"/>
              <a:t>3D</a:t>
            </a:r>
            <a:r>
              <a:rPr lang="zh-CN" altLang="en-US" sz="800"/>
              <a:t>模型</a:t>
            </a:r>
            <a:endParaRPr lang="zh-CN" altLang="en-US" sz="800"/>
          </a:p>
          <a:p>
            <a:r>
              <a:rPr lang="zh-CN" altLang="en-US" sz="800"/>
              <a:t>其他</a:t>
            </a:r>
            <a:endParaRPr lang="zh-CN" altLang="en-US" sz="8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912110"/>
            <a:ext cx="8515350" cy="229870"/>
          </a:xfrm>
          <a:prstGeom prst="rect">
            <a:avLst/>
          </a:prstGeom>
        </p:spPr>
      </p:pic>
      <p:sp>
        <p:nvSpPr>
          <p:cNvPr id="42" name="单圆角矩形 41"/>
          <p:cNvSpPr/>
          <p:nvPr/>
        </p:nvSpPr>
        <p:spPr>
          <a:xfrm flipH="1">
            <a:off x="1019175" y="2741930"/>
            <a:ext cx="356235" cy="190500"/>
          </a:xfrm>
          <a:prstGeom prst="round1Rect">
            <a:avLst>
              <a:gd name="adj" fmla="val 3707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00">
                <a:solidFill>
                  <a:schemeClr val="tx1"/>
                </a:solidFill>
              </a:rPr>
              <a:t>全部</a:t>
            </a:r>
            <a:endParaRPr lang="zh-CN" altLang="en-US" sz="600">
              <a:solidFill>
                <a:schemeClr val="tx1"/>
              </a:solidFill>
            </a:endParaRPr>
          </a:p>
        </p:txBody>
      </p:sp>
      <p:sp>
        <p:nvSpPr>
          <p:cNvPr id="43" name="单圆角矩形 42"/>
          <p:cNvSpPr/>
          <p:nvPr/>
        </p:nvSpPr>
        <p:spPr>
          <a:xfrm flipH="1">
            <a:off x="1375410" y="2741930"/>
            <a:ext cx="35623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Word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4" name="单圆角矩形 43"/>
          <p:cNvSpPr/>
          <p:nvPr/>
        </p:nvSpPr>
        <p:spPr>
          <a:xfrm flipH="1">
            <a:off x="173164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Excel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5" name="单圆角矩形 44"/>
          <p:cNvSpPr/>
          <p:nvPr/>
        </p:nvSpPr>
        <p:spPr>
          <a:xfrm flipH="1">
            <a:off x="212344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PPT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6" name="单圆角矩形 45"/>
          <p:cNvSpPr/>
          <p:nvPr/>
        </p:nvSpPr>
        <p:spPr>
          <a:xfrm flipH="1">
            <a:off x="251523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PDF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7" name="单圆角矩形 46"/>
          <p:cNvSpPr/>
          <p:nvPr/>
        </p:nvSpPr>
        <p:spPr>
          <a:xfrm flipH="1">
            <a:off x="290703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图片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48" name="单圆角矩形 47"/>
          <p:cNvSpPr/>
          <p:nvPr/>
        </p:nvSpPr>
        <p:spPr>
          <a:xfrm flipH="1">
            <a:off x="329882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视频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49" name="单圆角矩形 48"/>
          <p:cNvSpPr/>
          <p:nvPr/>
        </p:nvSpPr>
        <p:spPr>
          <a:xfrm flipH="1">
            <a:off x="369062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音频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56" name="单圆角矩形 55"/>
          <p:cNvSpPr/>
          <p:nvPr/>
        </p:nvSpPr>
        <p:spPr>
          <a:xfrm flipH="1">
            <a:off x="4082415" y="2731135"/>
            <a:ext cx="44767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3D</a:t>
            </a:r>
            <a:r>
              <a:rPr lang="zh-CN" altLang="en-US" sz="500">
                <a:solidFill>
                  <a:schemeClr val="tx1"/>
                </a:solidFill>
              </a:rPr>
              <a:t>模型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57" name="单圆角矩形 56"/>
          <p:cNvSpPr/>
          <p:nvPr/>
        </p:nvSpPr>
        <p:spPr>
          <a:xfrm flipH="1">
            <a:off x="4530090" y="2726055"/>
            <a:ext cx="44767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其他</a:t>
            </a:r>
            <a:endParaRPr lang="zh-CN" altLang="en-US" sz="500">
              <a:solidFill>
                <a:schemeClr val="tx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9345930" y="1003935"/>
            <a:ext cx="53975" cy="1010920"/>
            <a:chOff x="14718" y="1581"/>
            <a:chExt cx="85" cy="1592"/>
          </a:xfrm>
        </p:grpSpPr>
        <p:sp>
          <p:nvSpPr>
            <p:cNvPr id="58" name="矩形 57"/>
            <p:cNvSpPr/>
            <p:nvPr/>
          </p:nvSpPr>
          <p:spPr>
            <a:xfrm>
              <a:off x="14719" y="1581"/>
              <a:ext cx="85" cy="8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/>
          </p:nvCxnSpPr>
          <p:spPr>
            <a:xfrm flipH="1">
              <a:off x="14718" y="1581"/>
              <a:ext cx="8" cy="1593"/>
            </a:xfrm>
            <a:prstGeom prst="line">
              <a:avLst/>
            </a:prstGeom>
            <a:ln w="254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2" name="矩形 61"/>
          <p:cNvSpPr/>
          <p:nvPr/>
        </p:nvSpPr>
        <p:spPr>
          <a:xfrm>
            <a:off x="9468485" y="3141980"/>
            <a:ext cx="76200" cy="17183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855" y="6263640"/>
            <a:ext cx="1092200" cy="1943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1299210" y="2066925"/>
            <a:ext cx="8555990" cy="6381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52145" y="2080895"/>
            <a:ext cx="554990" cy="624840"/>
            <a:chOff x="1137" y="3354"/>
            <a:chExt cx="752" cy="806"/>
          </a:xfrm>
        </p:grpSpPr>
        <p:sp>
          <p:nvSpPr>
            <p:cNvPr id="8" name="圆角矩形 7"/>
            <p:cNvSpPr/>
            <p:nvPr/>
          </p:nvSpPr>
          <p:spPr>
            <a:xfrm>
              <a:off x="1137" y="3354"/>
              <a:ext cx="752" cy="80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292" y="3486"/>
              <a:ext cx="486" cy="593"/>
              <a:chOff x="1292" y="3486"/>
              <a:chExt cx="574" cy="757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314" y="3486"/>
                <a:ext cx="552" cy="54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 rot="2160000">
                <a:off x="1292" y="3945"/>
                <a:ext cx="155" cy="29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1466215" y="2236470"/>
            <a:ext cx="2168525" cy="2755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200" i="1">
                <a:solidFill>
                  <a:schemeClr val="bg1">
                    <a:lumMod val="75000"/>
                  </a:schemeClr>
                </a:solidFill>
              </a:rPr>
              <a:t>文件名、描述</a:t>
            </a:r>
            <a:r>
              <a:rPr lang="en-US" altLang="zh-CN" sz="1200" i="1">
                <a:solidFill>
                  <a:schemeClr val="bg1">
                    <a:lumMod val="75000"/>
                  </a:schemeClr>
                </a:solidFill>
              </a:rPr>
              <a:t>......</a:t>
            </a:r>
            <a:r>
              <a:rPr lang="zh-CN" altLang="en-US" sz="1200" i="1">
                <a:solidFill>
                  <a:schemeClr val="bg1">
                    <a:lumMod val="75000"/>
                  </a:schemeClr>
                </a:solidFill>
              </a:rPr>
              <a:t>模糊搜索</a:t>
            </a:r>
            <a:endParaRPr lang="zh-CN" altLang="en-US" sz="1200" i="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93820" y="2236470"/>
            <a:ext cx="1067435" cy="2755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200" i="1">
                <a:solidFill>
                  <a:schemeClr val="bg1">
                    <a:lumMod val="75000"/>
                  </a:schemeClr>
                </a:solidFill>
              </a:rPr>
              <a:t>上传人</a:t>
            </a:r>
            <a:endParaRPr lang="zh-CN" altLang="en-US" sz="1200" i="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20335" y="2236470"/>
            <a:ext cx="1067435" cy="2755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200" i="1">
                <a:solidFill>
                  <a:schemeClr val="bg1">
                    <a:lumMod val="75000"/>
                  </a:schemeClr>
                </a:solidFill>
              </a:rPr>
              <a:t>部门</a:t>
            </a:r>
            <a:endParaRPr lang="zh-CN" altLang="en-US" sz="1200" i="1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076440" y="2236470"/>
            <a:ext cx="2467610" cy="275590"/>
            <a:chOff x="10310" y="3522"/>
            <a:chExt cx="3886" cy="434"/>
          </a:xfrm>
        </p:grpSpPr>
        <p:sp>
          <p:nvSpPr>
            <p:cNvPr id="13" name="文本框 12"/>
            <p:cNvSpPr txBox="1"/>
            <p:nvPr/>
          </p:nvSpPr>
          <p:spPr>
            <a:xfrm>
              <a:off x="10310" y="3522"/>
              <a:ext cx="1681" cy="43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zh-CN" altLang="en-US" sz="1200" i="1">
                  <a:solidFill>
                    <a:schemeClr val="bg1">
                      <a:lumMod val="75000"/>
                    </a:schemeClr>
                  </a:solidFill>
                </a:rPr>
                <a:t>起始时间</a:t>
              </a:r>
              <a:endParaRPr lang="zh-CN" altLang="en-US" sz="12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516" y="3522"/>
              <a:ext cx="1681" cy="43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zh-CN" altLang="en-US" sz="1200" i="1">
                  <a:solidFill>
                    <a:schemeClr val="bg1">
                      <a:lumMod val="75000"/>
                    </a:schemeClr>
                  </a:solidFill>
                </a:rPr>
                <a:t>结束时间</a:t>
              </a:r>
              <a:endParaRPr lang="zh-CN" altLang="en-US" sz="12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12093" y="3739"/>
              <a:ext cx="32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58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lane6008</cp:lastModifiedBy>
  <cp:revision>158</cp:revision>
  <dcterms:created xsi:type="dcterms:W3CDTF">2019-06-19T02:08:00Z</dcterms:created>
  <dcterms:modified xsi:type="dcterms:W3CDTF">2026-03-06T02:43:12Z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2FAFABAACC0E485082304C4F5F62D817_11</vt:lpwstr>
  </property>
</Properties>
</file>